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90" r:id="rId2"/>
    <p:sldId id="291" r:id="rId3"/>
    <p:sldId id="292" r:id="rId4"/>
    <p:sldId id="310" r:id="rId5"/>
    <p:sldId id="293" r:id="rId6"/>
    <p:sldId id="294" r:id="rId7"/>
    <p:sldId id="295" r:id="rId8"/>
    <p:sldId id="296" r:id="rId9"/>
    <p:sldId id="297" r:id="rId10"/>
    <p:sldId id="311" r:id="rId11"/>
    <p:sldId id="312" r:id="rId12"/>
    <p:sldId id="298" r:id="rId13"/>
    <p:sldId id="299" r:id="rId14"/>
    <p:sldId id="300" r:id="rId15"/>
    <p:sldId id="301" r:id="rId16"/>
    <p:sldId id="302" r:id="rId17"/>
    <p:sldId id="303" r:id="rId18"/>
    <p:sldId id="313" r:id="rId19"/>
    <p:sldId id="314" r:id="rId20"/>
    <p:sldId id="315" r:id="rId21"/>
    <p:sldId id="316" r:id="rId22"/>
    <p:sldId id="317" r:id="rId23"/>
    <p:sldId id="304" r:id="rId24"/>
    <p:sldId id="305" r:id="rId25"/>
    <p:sldId id="306" r:id="rId26"/>
    <p:sldId id="307" r:id="rId27"/>
    <p:sldId id="318" r:id="rId28"/>
    <p:sldId id="319" r:id="rId29"/>
    <p:sldId id="320" r:id="rId30"/>
    <p:sldId id="322" r:id="rId31"/>
    <p:sldId id="308" r:id="rId32"/>
    <p:sldId id="309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 Harini" userId="2faaf2baa5d67879" providerId="LiveId" clId="{4F719525-A966-4927-9FF0-3463876765DD}"/>
    <pc:docChg chg="custSel addSld delSld modSld">
      <pc:chgData name="Sri Harini" userId="2faaf2baa5d67879" providerId="LiveId" clId="{4F719525-A966-4927-9FF0-3463876765DD}" dt="2026-09-10T12:55:07.751" v="186" actId="20577"/>
      <pc:docMkLst>
        <pc:docMk/>
      </pc:docMkLst>
      <pc:sldChg chg="addSp delSp modSp mod">
        <pc:chgData name="Sri Harini" userId="2faaf2baa5d67879" providerId="LiveId" clId="{4F719525-A966-4927-9FF0-3463876765DD}" dt="2026-09-10T01:37:49.466" v="31" actId="1076"/>
        <pc:sldMkLst>
          <pc:docMk/>
          <pc:sldMk cId="893417001" sldId="300"/>
        </pc:sldMkLst>
        <pc:spChg chg="mod">
          <ac:chgData name="Sri Harini" userId="2faaf2baa5d67879" providerId="LiveId" clId="{4F719525-A966-4927-9FF0-3463876765DD}" dt="2026-09-10T01:36:24.388" v="16" actId="255"/>
          <ac:spMkLst>
            <pc:docMk/>
            <pc:sldMk cId="893417001" sldId="300"/>
            <ac:spMk id="5" creationId="{1BD576A0-BF64-32B6-1E59-49AA2C59C5CE}"/>
          </ac:spMkLst>
        </pc:spChg>
        <pc:spChg chg="mod">
          <ac:chgData name="Sri Harini" userId="2faaf2baa5d67879" providerId="LiveId" clId="{4F719525-A966-4927-9FF0-3463876765DD}" dt="2026-09-10T01:37:49.466" v="31" actId="1076"/>
          <ac:spMkLst>
            <pc:docMk/>
            <pc:sldMk cId="893417001" sldId="300"/>
            <ac:spMk id="14" creationId="{7B8E599E-5B1D-59CD-4F1D-CEF8D0CA327B}"/>
          </ac:spMkLst>
        </pc:spChg>
        <pc:spChg chg="mod">
          <ac:chgData name="Sri Harini" userId="2faaf2baa5d67879" providerId="LiveId" clId="{4F719525-A966-4927-9FF0-3463876765DD}" dt="2026-09-10T01:37:39.719" v="30" actId="1076"/>
          <ac:spMkLst>
            <pc:docMk/>
            <pc:sldMk cId="893417001" sldId="300"/>
            <ac:spMk id="15" creationId="{B22EA981-5113-2D05-C1A2-169306E1D47C}"/>
          </ac:spMkLst>
        </pc:spChg>
        <pc:spChg chg="mod">
          <ac:chgData name="Sri Harini" userId="2faaf2baa5d67879" providerId="LiveId" clId="{4F719525-A966-4927-9FF0-3463876765DD}" dt="2026-09-10T01:36:16.155" v="15" actId="255"/>
          <ac:spMkLst>
            <pc:docMk/>
            <pc:sldMk cId="893417001" sldId="300"/>
            <ac:spMk id="278" creationId="{D62F03A8-A8A8-CB93-006E-7173DC866F6F}"/>
          </ac:spMkLst>
        </pc:spChg>
        <pc:picChg chg="add mod modCrop">
          <ac:chgData name="Sri Harini" userId="2faaf2baa5d67879" providerId="LiveId" clId="{4F719525-A966-4927-9FF0-3463876765DD}" dt="2026-09-10T01:35:30.917" v="9" actId="1076"/>
          <ac:picMkLst>
            <pc:docMk/>
            <pc:sldMk cId="893417001" sldId="300"/>
            <ac:picMk id="3" creationId="{F1C83377-4908-FB63-3FB5-BDA02C52DC10}"/>
          </ac:picMkLst>
        </pc:picChg>
        <pc:picChg chg="add mod modCrop">
          <ac:chgData name="Sri Harini" userId="2faaf2baa5d67879" providerId="LiveId" clId="{4F719525-A966-4927-9FF0-3463876765DD}" dt="2026-09-10T01:37:19.047" v="25" actId="1076"/>
          <ac:picMkLst>
            <pc:docMk/>
            <pc:sldMk cId="893417001" sldId="300"/>
            <ac:picMk id="6" creationId="{5D8B2FA6-5140-A1DC-ABE0-01E2E8A5B8C9}"/>
          </ac:picMkLst>
        </pc:picChg>
        <pc:picChg chg="del">
          <ac:chgData name="Sri Harini" userId="2faaf2baa5d67879" providerId="LiveId" clId="{4F719525-A966-4927-9FF0-3463876765DD}" dt="2026-09-10T01:33:29.934" v="0" actId="478"/>
          <ac:picMkLst>
            <pc:docMk/>
            <pc:sldMk cId="893417001" sldId="300"/>
            <ac:picMk id="12" creationId="{3E29AF1D-88C4-87E5-74DF-4E97121E06CE}"/>
          </ac:picMkLst>
        </pc:picChg>
        <pc:picChg chg="del">
          <ac:chgData name="Sri Harini" userId="2faaf2baa5d67879" providerId="LiveId" clId="{4F719525-A966-4927-9FF0-3463876765DD}" dt="2026-09-10T01:35:32.823" v="10" actId="478"/>
          <ac:picMkLst>
            <pc:docMk/>
            <pc:sldMk cId="893417001" sldId="300"/>
            <ac:picMk id="13" creationId="{C81444F5-0692-DD67-1759-70821E53B029}"/>
          </ac:picMkLst>
        </pc:picChg>
      </pc:sldChg>
      <pc:sldChg chg="addSp delSp modSp mod">
        <pc:chgData name="Sri Harini" userId="2faaf2baa5d67879" providerId="LiveId" clId="{4F719525-A966-4927-9FF0-3463876765DD}" dt="2026-09-10T01:42:43.546" v="40" actId="1076"/>
        <pc:sldMkLst>
          <pc:docMk/>
          <pc:sldMk cId="1429961814" sldId="301"/>
        </pc:sldMkLst>
        <pc:spChg chg="del mod">
          <ac:chgData name="Sri Harini" userId="2faaf2baa5d67879" providerId="LiveId" clId="{4F719525-A966-4927-9FF0-3463876765DD}" dt="2026-09-10T01:42:07.352" v="35" actId="478"/>
          <ac:spMkLst>
            <pc:docMk/>
            <pc:sldMk cId="1429961814" sldId="301"/>
            <ac:spMk id="2" creationId="{CCA977A3-5FA0-8FF5-E1D1-86C9ED676512}"/>
          </ac:spMkLst>
        </pc:spChg>
        <pc:spChg chg="mod">
          <ac:chgData name="Sri Harini" userId="2faaf2baa5d67879" providerId="LiveId" clId="{4F719525-A966-4927-9FF0-3463876765DD}" dt="2026-09-10T01:42:02.025" v="33" actId="255"/>
          <ac:spMkLst>
            <pc:docMk/>
            <pc:sldMk cId="1429961814" sldId="301"/>
            <ac:spMk id="278" creationId="{78DA0257-5105-834D-150D-50732C7248D1}"/>
          </ac:spMkLst>
        </pc:spChg>
        <pc:picChg chg="del">
          <ac:chgData name="Sri Harini" userId="2faaf2baa5d67879" providerId="LiveId" clId="{4F719525-A966-4927-9FF0-3463876765DD}" dt="2026-09-10T01:41:48.753" v="32" actId="478"/>
          <ac:picMkLst>
            <pc:docMk/>
            <pc:sldMk cId="1429961814" sldId="301"/>
            <ac:picMk id="4" creationId="{E430EE8C-8F89-5938-483F-00452050511A}"/>
          </ac:picMkLst>
        </pc:picChg>
        <pc:picChg chg="add mod modCrop">
          <ac:chgData name="Sri Harini" userId="2faaf2baa5d67879" providerId="LiveId" clId="{4F719525-A966-4927-9FF0-3463876765DD}" dt="2026-09-10T01:42:43.546" v="40" actId="1076"/>
          <ac:picMkLst>
            <pc:docMk/>
            <pc:sldMk cId="1429961814" sldId="301"/>
            <ac:picMk id="5" creationId="{B686BD1D-4504-A7D4-9DDD-12CC4D93D832}"/>
          </ac:picMkLst>
        </pc:picChg>
      </pc:sldChg>
      <pc:sldChg chg="addSp delSp modSp mod">
        <pc:chgData name="Sri Harini" userId="2faaf2baa5d67879" providerId="LiveId" clId="{4F719525-A966-4927-9FF0-3463876765DD}" dt="2026-09-10T01:43:17.518" v="45" actId="1076"/>
        <pc:sldMkLst>
          <pc:docMk/>
          <pc:sldMk cId="3585092305" sldId="302"/>
        </pc:sldMkLst>
        <pc:picChg chg="add mod modCrop">
          <ac:chgData name="Sri Harini" userId="2faaf2baa5d67879" providerId="LiveId" clId="{4F719525-A966-4927-9FF0-3463876765DD}" dt="2026-09-10T01:43:17.518" v="45" actId="1076"/>
          <ac:picMkLst>
            <pc:docMk/>
            <pc:sldMk cId="3585092305" sldId="302"/>
            <ac:picMk id="4" creationId="{B3AD24C1-EF8C-22A5-E16E-3FF693D3680B}"/>
          </ac:picMkLst>
        </pc:picChg>
        <pc:picChg chg="del">
          <ac:chgData name="Sri Harini" userId="2faaf2baa5d67879" providerId="LiveId" clId="{4F719525-A966-4927-9FF0-3463876765DD}" dt="2026-09-10T01:42:50.436" v="41" actId="478"/>
          <ac:picMkLst>
            <pc:docMk/>
            <pc:sldMk cId="3585092305" sldId="302"/>
            <ac:picMk id="5" creationId="{146B9DE6-C4BB-B81B-528A-B8789445C3FE}"/>
          </ac:picMkLst>
        </pc:picChg>
      </pc:sldChg>
      <pc:sldChg chg="addSp delSp modSp mod">
        <pc:chgData name="Sri Harini" userId="2faaf2baa5d67879" providerId="LiveId" clId="{4F719525-A966-4927-9FF0-3463876765DD}" dt="2026-09-10T01:44:26.814" v="50" actId="1076"/>
        <pc:sldMkLst>
          <pc:docMk/>
          <pc:sldMk cId="2601907186" sldId="303"/>
        </pc:sldMkLst>
        <pc:picChg chg="del">
          <ac:chgData name="Sri Harini" userId="2faaf2baa5d67879" providerId="LiveId" clId="{4F719525-A966-4927-9FF0-3463876765DD}" dt="2026-09-10T01:43:23.110" v="46" actId="478"/>
          <ac:picMkLst>
            <pc:docMk/>
            <pc:sldMk cId="2601907186" sldId="303"/>
            <ac:picMk id="4" creationId="{BA6C1B5E-405A-0E58-2397-353A88D82B9B}"/>
          </ac:picMkLst>
        </pc:picChg>
        <pc:picChg chg="add mod modCrop">
          <ac:chgData name="Sri Harini" userId="2faaf2baa5d67879" providerId="LiveId" clId="{4F719525-A966-4927-9FF0-3463876765DD}" dt="2026-09-10T01:44:26.814" v="50" actId="1076"/>
          <ac:picMkLst>
            <pc:docMk/>
            <pc:sldMk cId="2601907186" sldId="303"/>
            <ac:picMk id="5" creationId="{5D76CE90-0D3F-F66B-64D4-836DA9994E0D}"/>
          </ac:picMkLst>
        </pc:picChg>
      </pc:sldChg>
      <pc:sldChg chg="modSp mod">
        <pc:chgData name="Sri Harini" userId="2faaf2baa5d67879" providerId="LiveId" clId="{4F719525-A966-4927-9FF0-3463876765DD}" dt="2026-09-10T01:50:01.175" v="100" actId="1076"/>
        <pc:sldMkLst>
          <pc:docMk/>
          <pc:sldMk cId="2325282270" sldId="304"/>
        </pc:sldMkLst>
        <pc:spChg chg="mod">
          <ac:chgData name="Sri Harini" userId="2faaf2baa5d67879" providerId="LiveId" clId="{4F719525-A966-4927-9FF0-3463876765DD}" dt="2026-09-10T01:49:58.113" v="99" actId="255"/>
          <ac:spMkLst>
            <pc:docMk/>
            <pc:sldMk cId="2325282270" sldId="304"/>
            <ac:spMk id="2" creationId="{6FA184BA-BCF2-3D7B-30D0-0F3CF30C161B}"/>
          </ac:spMkLst>
        </pc:spChg>
        <pc:spChg chg="mod">
          <ac:chgData name="Sri Harini" userId="2faaf2baa5d67879" providerId="LiveId" clId="{4F719525-A966-4927-9FF0-3463876765DD}" dt="2026-09-10T01:50:01.175" v="100" actId="1076"/>
          <ac:spMkLst>
            <pc:docMk/>
            <pc:sldMk cId="2325282270" sldId="304"/>
            <ac:spMk id="3" creationId="{ED65F54F-855A-0DB6-09A6-3212C5F7405B}"/>
          </ac:spMkLst>
        </pc:spChg>
      </pc:sldChg>
      <pc:sldChg chg="modSp mod">
        <pc:chgData name="Sri Harini" userId="2faaf2baa5d67879" providerId="LiveId" clId="{4F719525-A966-4927-9FF0-3463876765DD}" dt="2026-09-10T12:55:07.751" v="186" actId="20577"/>
        <pc:sldMkLst>
          <pc:docMk/>
          <pc:sldMk cId="4040412275" sldId="305"/>
        </pc:sldMkLst>
        <pc:spChg chg="mod">
          <ac:chgData name="Sri Harini" userId="2faaf2baa5d67879" providerId="LiveId" clId="{4F719525-A966-4927-9FF0-3463876765DD}" dt="2026-09-10T12:55:07.751" v="186" actId="20577"/>
          <ac:spMkLst>
            <pc:docMk/>
            <pc:sldMk cId="4040412275" sldId="305"/>
            <ac:spMk id="279" creationId="{3711AF54-94A6-B837-31EF-9A8C4ECB9AF6}"/>
          </ac:spMkLst>
        </pc:spChg>
      </pc:sldChg>
      <pc:sldChg chg="addSp delSp modSp mod">
        <pc:chgData name="Sri Harini" userId="2faaf2baa5d67879" providerId="LiveId" clId="{4F719525-A966-4927-9FF0-3463876765DD}" dt="2026-09-10T01:52:12.328" v="125" actId="20577"/>
        <pc:sldMkLst>
          <pc:docMk/>
          <pc:sldMk cId="740028465" sldId="306"/>
        </pc:sldMkLst>
        <pc:spChg chg="add mod">
          <ac:chgData name="Sri Harini" userId="2faaf2baa5d67879" providerId="LiveId" clId="{4F719525-A966-4927-9FF0-3463876765DD}" dt="2026-09-10T01:52:12.328" v="125" actId="20577"/>
          <ac:spMkLst>
            <pc:docMk/>
            <pc:sldMk cId="740028465" sldId="306"/>
            <ac:spMk id="2" creationId="{EE9139A2-9756-88DB-9CBB-138559916A09}"/>
          </ac:spMkLst>
        </pc:spChg>
        <pc:spChg chg="del mod">
          <ac:chgData name="Sri Harini" userId="2faaf2baa5d67879" providerId="LiveId" clId="{4F719525-A966-4927-9FF0-3463876765DD}" dt="2026-09-10T01:51:33.697" v="102" actId="478"/>
          <ac:spMkLst>
            <pc:docMk/>
            <pc:sldMk cId="740028465" sldId="306"/>
            <ac:spMk id="279" creationId="{EAFA16CB-0A72-5AC5-69A0-ABF4A752B43F}"/>
          </ac:spMkLst>
        </pc:spChg>
      </pc:sldChg>
      <pc:sldChg chg="addSp delSp modSp mod">
        <pc:chgData name="Sri Harini" userId="2faaf2baa5d67879" providerId="LiveId" clId="{4F719525-A966-4927-9FF0-3463876765DD}" dt="2026-09-10T12:28:12.652" v="134" actId="1076"/>
        <pc:sldMkLst>
          <pc:docMk/>
          <pc:sldMk cId="2833482715" sldId="307"/>
        </pc:sldMkLst>
        <pc:spChg chg="del mod">
          <ac:chgData name="Sri Harini" userId="2faaf2baa5d67879" providerId="LiveId" clId="{4F719525-A966-4927-9FF0-3463876765DD}" dt="2026-09-10T12:25:59.276" v="127" actId="478"/>
          <ac:spMkLst>
            <pc:docMk/>
            <pc:sldMk cId="2833482715" sldId="307"/>
            <ac:spMk id="3" creationId="{4837D5EE-379B-FDC5-0854-8AC81D31FADF}"/>
          </ac:spMkLst>
        </pc:spChg>
        <pc:spChg chg="mod">
          <ac:chgData name="Sri Harini" userId="2faaf2baa5d67879" providerId="LiveId" clId="{4F719525-A966-4927-9FF0-3463876765DD}" dt="2026-09-10T12:26:17.838" v="130" actId="1076"/>
          <ac:spMkLst>
            <pc:docMk/>
            <pc:sldMk cId="2833482715" sldId="307"/>
            <ac:spMk id="6" creationId="{3F1C7BCA-5DD7-F4D3-A937-D1C56976DA01}"/>
          </ac:spMkLst>
        </pc:spChg>
        <pc:grpChg chg="del">
          <ac:chgData name="Sri Harini" userId="2faaf2baa5d67879" providerId="LiveId" clId="{4F719525-A966-4927-9FF0-3463876765DD}" dt="2026-09-10T12:26:23.298" v="131" actId="478"/>
          <ac:grpSpMkLst>
            <pc:docMk/>
            <pc:sldMk cId="2833482715" sldId="307"/>
            <ac:grpSpMk id="8" creationId="{F8E1A664-937F-0995-A503-E9C101158D8C}"/>
          </ac:grpSpMkLst>
        </pc:grpChg>
        <pc:picChg chg="add mod">
          <ac:chgData name="Sri Harini" userId="2faaf2baa5d67879" providerId="LiveId" clId="{4F719525-A966-4927-9FF0-3463876765DD}" dt="2026-09-10T12:28:12.652" v="134" actId="1076"/>
          <ac:picMkLst>
            <pc:docMk/>
            <pc:sldMk cId="2833482715" sldId="307"/>
            <ac:picMk id="4" creationId="{27597AE4-20D3-4060-D24B-241DC5678135}"/>
          </ac:picMkLst>
        </pc:picChg>
      </pc:sldChg>
      <pc:sldChg chg="addSp delSp modSp mod">
        <pc:chgData name="Sri Harini" userId="2faaf2baa5d67879" providerId="LiveId" clId="{4F719525-A966-4927-9FF0-3463876765DD}" dt="2026-09-10T12:33:27.024" v="164" actId="20577"/>
        <pc:sldMkLst>
          <pc:docMk/>
          <pc:sldMk cId="4175177701" sldId="308"/>
        </pc:sldMkLst>
        <pc:spChg chg="mod">
          <ac:chgData name="Sri Harini" userId="2faaf2baa5d67879" providerId="LiveId" clId="{4F719525-A966-4927-9FF0-3463876765DD}" dt="2026-09-10T12:33:27.024" v="164" actId="20577"/>
          <ac:spMkLst>
            <pc:docMk/>
            <pc:sldMk cId="4175177701" sldId="308"/>
            <ac:spMk id="6" creationId="{C0D36B1A-26C2-CD55-1032-4CB5E4EDF305}"/>
          </ac:spMkLst>
        </pc:spChg>
        <pc:picChg chg="add">
          <ac:chgData name="Sri Harini" userId="2faaf2baa5d67879" providerId="LiveId" clId="{4F719525-A966-4927-9FF0-3463876765DD}" dt="2026-09-10T12:33:22.736" v="155" actId="22"/>
          <ac:picMkLst>
            <pc:docMk/>
            <pc:sldMk cId="4175177701" sldId="308"/>
            <ac:picMk id="3" creationId="{C458D0C9-8FF3-0C52-1F69-D7A9AFFC4E5C}"/>
          </ac:picMkLst>
        </pc:picChg>
        <pc:picChg chg="del">
          <ac:chgData name="Sri Harini" userId="2faaf2baa5d67879" providerId="LiveId" clId="{4F719525-A966-4927-9FF0-3463876765DD}" dt="2026-09-10T12:33:10.734" v="154" actId="478"/>
          <ac:picMkLst>
            <pc:docMk/>
            <pc:sldMk cId="4175177701" sldId="308"/>
            <ac:picMk id="4" creationId="{099C3698-991D-7A38-C456-893C84C23FC9}"/>
          </ac:picMkLst>
        </pc:picChg>
      </pc:sldChg>
      <pc:sldChg chg="addSp delSp modSp add mod">
        <pc:chgData name="Sri Harini" userId="2faaf2baa5d67879" providerId="LiveId" clId="{4F719525-A966-4927-9FF0-3463876765DD}" dt="2026-09-10T01:45:04.449" v="56" actId="1076"/>
        <pc:sldMkLst>
          <pc:docMk/>
          <pc:sldMk cId="4193068122" sldId="313"/>
        </pc:sldMkLst>
        <pc:picChg chg="add mod modCrop">
          <ac:chgData name="Sri Harini" userId="2faaf2baa5d67879" providerId="LiveId" clId="{4F719525-A966-4927-9FF0-3463876765DD}" dt="2026-09-10T01:45:04.449" v="56" actId="1076"/>
          <ac:picMkLst>
            <pc:docMk/>
            <pc:sldMk cId="4193068122" sldId="313"/>
            <ac:picMk id="4" creationId="{CC714E15-F266-44C5-B35F-C4B17A79F297}"/>
          </ac:picMkLst>
        </pc:picChg>
        <pc:picChg chg="del">
          <ac:chgData name="Sri Harini" userId="2faaf2baa5d67879" providerId="LiveId" clId="{4F719525-A966-4927-9FF0-3463876765DD}" dt="2026-09-10T01:44:42.049" v="52" actId="478"/>
          <ac:picMkLst>
            <pc:docMk/>
            <pc:sldMk cId="4193068122" sldId="313"/>
            <ac:picMk id="5" creationId="{F75B78CE-7093-FB22-7B8E-B206A14E085A}"/>
          </ac:picMkLst>
        </pc:picChg>
      </pc:sldChg>
      <pc:sldChg chg="addSp delSp modSp add mod">
        <pc:chgData name="Sri Harini" userId="2faaf2baa5d67879" providerId="LiveId" clId="{4F719525-A966-4927-9FF0-3463876765DD}" dt="2026-09-10T01:46:45.684" v="62" actId="1076"/>
        <pc:sldMkLst>
          <pc:docMk/>
          <pc:sldMk cId="3934133447" sldId="314"/>
        </pc:sldMkLst>
        <pc:picChg chg="del">
          <ac:chgData name="Sri Harini" userId="2faaf2baa5d67879" providerId="LiveId" clId="{4F719525-A966-4927-9FF0-3463876765DD}" dt="2026-09-10T01:46:19.941" v="58" actId="478"/>
          <ac:picMkLst>
            <pc:docMk/>
            <pc:sldMk cId="3934133447" sldId="314"/>
            <ac:picMk id="4" creationId="{9244EB1A-FA3A-43D7-C58D-D202E8D4FBEC}"/>
          </ac:picMkLst>
        </pc:picChg>
        <pc:picChg chg="add mod modCrop">
          <ac:chgData name="Sri Harini" userId="2faaf2baa5d67879" providerId="LiveId" clId="{4F719525-A966-4927-9FF0-3463876765DD}" dt="2026-09-10T01:46:45.684" v="62" actId="1076"/>
          <ac:picMkLst>
            <pc:docMk/>
            <pc:sldMk cId="3934133447" sldId="314"/>
            <ac:picMk id="5" creationId="{E1554BDA-4B9A-1179-273D-60361E2261EA}"/>
          </ac:picMkLst>
        </pc:picChg>
      </pc:sldChg>
      <pc:sldChg chg="addSp delSp modSp add mod">
        <pc:chgData name="Sri Harini" userId="2faaf2baa5d67879" providerId="LiveId" clId="{4F719525-A966-4927-9FF0-3463876765DD}" dt="2026-09-10T01:47:20.687" v="68" actId="1076"/>
        <pc:sldMkLst>
          <pc:docMk/>
          <pc:sldMk cId="3980561798" sldId="315"/>
        </pc:sldMkLst>
        <pc:picChg chg="add mod modCrop">
          <ac:chgData name="Sri Harini" userId="2faaf2baa5d67879" providerId="LiveId" clId="{4F719525-A966-4927-9FF0-3463876765DD}" dt="2026-09-10T01:47:20.687" v="68" actId="1076"/>
          <ac:picMkLst>
            <pc:docMk/>
            <pc:sldMk cId="3980561798" sldId="315"/>
            <ac:picMk id="4" creationId="{8475DDBB-A325-83BC-3455-4878D1602635}"/>
          </ac:picMkLst>
        </pc:picChg>
        <pc:picChg chg="del">
          <ac:chgData name="Sri Harini" userId="2faaf2baa5d67879" providerId="LiveId" clId="{4F719525-A966-4927-9FF0-3463876765DD}" dt="2026-09-10T01:46:54.010" v="64" actId="478"/>
          <ac:picMkLst>
            <pc:docMk/>
            <pc:sldMk cId="3980561798" sldId="315"/>
            <ac:picMk id="5" creationId="{F5A096DB-6487-E2AE-6198-9C0B1EB52108}"/>
          </ac:picMkLst>
        </pc:picChg>
      </pc:sldChg>
      <pc:sldChg chg="addSp delSp modSp add mod">
        <pc:chgData name="Sri Harini" userId="2faaf2baa5d67879" providerId="LiveId" clId="{4F719525-A966-4927-9FF0-3463876765DD}" dt="2026-09-10T01:47:50.618" v="74" actId="1076"/>
        <pc:sldMkLst>
          <pc:docMk/>
          <pc:sldMk cId="1886567821" sldId="316"/>
        </pc:sldMkLst>
        <pc:picChg chg="del">
          <ac:chgData name="Sri Harini" userId="2faaf2baa5d67879" providerId="LiveId" clId="{4F719525-A966-4927-9FF0-3463876765DD}" dt="2026-09-10T01:47:27.342" v="70" actId="478"/>
          <ac:picMkLst>
            <pc:docMk/>
            <pc:sldMk cId="1886567821" sldId="316"/>
            <ac:picMk id="4" creationId="{7D376E63-E369-EA5D-A57D-A4BB68814C72}"/>
          </ac:picMkLst>
        </pc:picChg>
        <pc:picChg chg="add mod modCrop">
          <ac:chgData name="Sri Harini" userId="2faaf2baa5d67879" providerId="LiveId" clId="{4F719525-A966-4927-9FF0-3463876765DD}" dt="2026-09-10T01:47:50.618" v="74" actId="1076"/>
          <ac:picMkLst>
            <pc:docMk/>
            <pc:sldMk cId="1886567821" sldId="316"/>
            <ac:picMk id="5" creationId="{750F9057-C087-0501-D04B-33F5785B649F}"/>
          </ac:picMkLst>
        </pc:picChg>
      </pc:sldChg>
      <pc:sldChg chg="addSp delSp modSp add mod">
        <pc:chgData name="Sri Harini" userId="2faaf2baa5d67879" providerId="LiveId" clId="{4F719525-A966-4927-9FF0-3463876765DD}" dt="2026-09-10T01:48:23.829" v="80" actId="1076"/>
        <pc:sldMkLst>
          <pc:docMk/>
          <pc:sldMk cId="678661431" sldId="317"/>
        </pc:sldMkLst>
        <pc:picChg chg="add mod modCrop">
          <ac:chgData name="Sri Harini" userId="2faaf2baa5d67879" providerId="LiveId" clId="{4F719525-A966-4927-9FF0-3463876765DD}" dt="2026-09-10T01:48:23.829" v="80" actId="1076"/>
          <ac:picMkLst>
            <pc:docMk/>
            <pc:sldMk cId="678661431" sldId="317"/>
            <ac:picMk id="4" creationId="{518472E3-3D46-22FE-A799-C4F02C3F11B5}"/>
          </ac:picMkLst>
        </pc:picChg>
        <pc:picChg chg="del">
          <ac:chgData name="Sri Harini" userId="2faaf2baa5d67879" providerId="LiveId" clId="{4F719525-A966-4927-9FF0-3463876765DD}" dt="2026-09-10T01:47:57.241" v="76" actId="478"/>
          <ac:picMkLst>
            <pc:docMk/>
            <pc:sldMk cId="678661431" sldId="317"/>
            <ac:picMk id="5" creationId="{CC320CBD-6872-732C-27A9-63A236609C7A}"/>
          </ac:picMkLst>
        </pc:picChg>
      </pc:sldChg>
      <pc:sldChg chg="addSp delSp modSp add mod">
        <pc:chgData name="Sri Harini" userId="2faaf2baa5d67879" providerId="LiveId" clId="{4F719525-A966-4927-9FF0-3463876765DD}" dt="2026-09-10T12:29:15.264" v="139" actId="1076"/>
        <pc:sldMkLst>
          <pc:docMk/>
          <pc:sldMk cId="4210149039" sldId="318"/>
        </pc:sldMkLst>
        <pc:picChg chg="add mod">
          <ac:chgData name="Sri Harini" userId="2faaf2baa5d67879" providerId="LiveId" clId="{4F719525-A966-4927-9FF0-3463876765DD}" dt="2026-09-10T12:29:15.264" v="139" actId="1076"/>
          <ac:picMkLst>
            <pc:docMk/>
            <pc:sldMk cId="4210149039" sldId="318"/>
            <ac:picMk id="3" creationId="{B5D82F8A-0330-CE27-72CB-CB5C33C2BA59}"/>
          </ac:picMkLst>
        </pc:picChg>
        <pc:picChg chg="del">
          <ac:chgData name="Sri Harini" userId="2faaf2baa5d67879" providerId="LiveId" clId="{4F719525-A966-4927-9FF0-3463876765DD}" dt="2026-09-10T12:28:26.773" v="136" actId="478"/>
          <ac:picMkLst>
            <pc:docMk/>
            <pc:sldMk cId="4210149039" sldId="318"/>
            <ac:picMk id="4" creationId="{D69708EB-1F77-5282-3755-DD257D47CB48}"/>
          </ac:picMkLst>
        </pc:picChg>
      </pc:sldChg>
      <pc:sldChg chg="addSp delSp add mod">
        <pc:chgData name="Sri Harini" userId="2faaf2baa5d67879" providerId="LiveId" clId="{4F719525-A966-4927-9FF0-3463876765DD}" dt="2026-09-10T12:30:41.998" v="142" actId="22"/>
        <pc:sldMkLst>
          <pc:docMk/>
          <pc:sldMk cId="962199239" sldId="319"/>
        </pc:sldMkLst>
        <pc:picChg chg="del">
          <ac:chgData name="Sri Harini" userId="2faaf2baa5d67879" providerId="LiveId" clId="{4F719525-A966-4927-9FF0-3463876765DD}" dt="2026-09-10T12:29:25.682" v="141" actId="478"/>
          <ac:picMkLst>
            <pc:docMk/>
            <pc:sldMk cId="962199239" sldId="319"/>
            <ac:picMk id="3" creationId="{83429BB6-6AB1-DC06-6FD4-FB59125A7A2F}"/>
          </ac:picMkLst>
        </pc:picChg>
        <pc:picChg chg="add">
          <ac:chgData name="Sri Harini" userId="2faaf2baa5d67879" providerId="LiveId" clId="{4F719525-A966-4927-9FF0-3463876765DD}" dt="2026-09-10T12:30:41.998" v="142" actId="22"/>
          <ac:picMkLst>
            <pc:docMk/>
            <pc:sldMk cId="962199239" sldId="319"/>
            <ac:picMk id="4" creationId="{546E92C1-D2ED-ACD4-E6DC-36E3477EF8B1}"/>
          </ac:picMkLst>
        </pc:picChg>
      </pc:sldChg>
      <pc:sldChg chg="addSp delSp add mod">
        <pc:chgData name="Sri Harini" userId="2faaf2baa5d67879" providerId="LiveId" clId="{4F719525-A966-4927-9FF0-3463876765DD}" dt="2026-09-10T12:31:14.706" v="145" actId="22"/>
        <pc:sldMkLst>
          <pc:docMk/>
          <pc:sldMk cId="3815546227" sldId="320"/>
        </pc:sldMkLst>
        <pc:picChg chg="add">
          <ac:chgData name="Sri Harini" userId="2faaf2baa5d67879" providerId="LiveId" clId="{4F719525-A966-4927-9FF0-3463876765DD}" dt="2026-09-10T12:31:14.706" v="145" actId="22"/>
          <ac:picMkLst>
            <pc:docMk/>
            <pc:sldMk cId="3815546227" sldId="320"/>
            <ac:picMk id="3" creationId="{2D58BC0D-BF57-FCD7-BC7C-A3C03FD35787}"/>
          </ac:picMkLst>
        </pc:picChg>
        <pc:picChg chg="del">
          <ac:chgData name="Sri Harini" userId="2faaf2baa5d67879" providerId="LiveId" clId="{4F719525-A966-4927-9FF0-3463876765DD}" dt="2026-09-10T12:30:51.993" v="144" actId="478"/>
          <ac:picMkLst>
            <pc:docMk/>
            <pc:sldMk cId="3815546227" sldId="320"/>
            <ac:picMk id="4" creationId="{040591F0-34C1-F2FD-8010-6491A8DB74C6}"/>
          </ac:picMkLst>
        </pc:picChg>
      </pc:sldChg>
      <pc:sldChg chg="addSp delSp add del mod">
        <pc:chgData name="Sri Harini" userId="2faaf2baa5d67879" providerId="LiveId" clId="{4F719525-A966-4927-9FF0-3463876765DD}" dt="2026-09-10T12:33:35.519" v="165" actId="47"/>
        <pc:sldMkLst>
          <pc:docMk/>
          <pc:sldMk cId="750812449" sldId="321"/>
        </pc:sldMkLst>
        <pc:picChg chg="del">
          <ac:chgData name="Sri Harini" userId="2faaf2baa5d67879" providerId="LiveId" clId="{4F719525-A966-4927-9FF0-3463876765DD}" dt="2026-09-10T12:31:24.133" v="147" actId="478"/>
          <ac:picMkLst>
            <pc:docMk/>
            <pc:sldMk cId="750812449" sldId="321"/>
            <ac:picMk id="3" creationId="{6004CC53-D1BC-872A-8350-8CCA6C646CCB}"/>
          </ac:picMkLst>
        </pc:picChg>
        <pc:picChg chg="add">
          <ac:chgData name="Sri Harini" userId="2faaf2baa5d67879" providerId="LiveId" clId="{4F719525-A966-4927-9FF0-3463876765DD}" dt="2026-09-10T12:31:54.602" v="148" actId="22"/>
          <ac:picMkLst>
            <pc:docMk/>
            <pc:sldMk cId="750812449" sldId="321"/>
            <ac:picMk id="4" creationId="{2E1DFCC2-DFED-C0C2-8EB1-CFF55C6C8D92}"/>
          </ac:picMkLst>
        </pc:picChg>
      </pc:sldChg>
      <pc:sldChg chg="addSp delSp modSp add mod">
        <pc:chgData name="Sri Harini" userId="2faaf2baa5d67879" providerId="LiveId" clId="{4F719525-A966-4927-9FF0-3463876765DD}" dt="2026-09-10T12:32:57.674" v="153" actId="1076"/>
        <pc:sldMkLst>
          <pc:docMk/>
          <pc:sldMk cId="2538887584" sldId="322"/>
        </pc:sldMkLst>
        <pc:picChg chg="add mod">
          <ac:chgData name="Sri Harini" userId="2faaf2baa5d67879" providerId="LiveId" clId="{4F719525-A966-4927-9FF0-3463876765DD}" dt="2026-09-10T12:32:57.674" v="153" actId="1076"/>
          <ac:picMkLst>
            <pc:docMk/>
            <pc:sldMk cId="2538887584" sldId="322"/>
            <ac:picMk id="3" creationId="{6B437CD7-1E0D-80FA-D58E-7E71300A856A}"/>
          </ac:picMkLst>
        </pc:picChg>
        <pc:picChg chg="del">
          <ac:chgData name="Sri Harini" userId="2faaf2baa5d67879" providerId="LiveId" clId="{4F719525-A966-4927-9FF0-3463876765DD}" dt="2026-09-10T12:32:02.602" v="150" actId="478"/>
          <ac:picMkLst>
            <pc:docMk/>
            <pc:sldMk cId="2538887584" sldId="322"/>
            <ac:picMk id="4" creationId="{81340879-604B-158C-B203-1039BD283E5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8855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307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7F60EACF-0764-1C6E-BFCB-DD230C37E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CC9FED5-9420-1CF4-22C3-466B4C4BD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0ECBD636-DD5A-3003-4DC1-86E1CE063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4971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7858C476-781B-D36D-6B9D-C692C88B1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D591B966-552F-EF44-A0C4-8DECF281D6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A624CC02-9102-3E5F-5660-3B151031D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42049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B00616-E887-C30B-863C-5DCC398A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4B3E350D-1CFD-ACE7-A980-C07C1691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E5D59FC0-3CB2-FB70-2CC9-21A3DE442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339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7315C479-996C-FA19-5A76-8452AD60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04C9D773-83DE-1AAF-1436-8E394FAC4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9EDD06D-A6E4-1C89-5F3B-6D7C26982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49220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684F1380-018D-3FAC-A832-11C508B3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1A2E681B-A365-8A4B-8C0F-8C53E9411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722AB1F-057C-20EA-CB42-901C24B0B9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0583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ini-Sri-19/AI_Job_Mentor_IB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418295481"/>
              </p:ext>
            </p:extLst>
          </p:nvPr>
        </p:nvGraphicFramePr>
        <p:xfrm>
          <a:off x="1299257" y="2600315"/>
          <a:ext cx="9394989" cy="2447116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897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813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SRI HARINI T R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sriharini.sh16@gmail.com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8015386819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dirty="0"/>
              <a:t>Employment / Career Guidance / Artificial Intelligence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Title – </a:t>
            </a:r>
            <a:r>
              <a:rPr lang="en-US" sz="2400" dirty="0"/>
              <a:t>A</a:t>
            </a:r>
            <a:r>
              <a:rPr lang="en-IN" sz="2400" dirty="0"/>
              <a:t>I Job Mentor for Informal Workers</a:t>
            </a:r>
            <a:r>
              <a:rPr lang="en-US" sz="2400" b="1" dirty="0"/>
              <a:t>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70C64-7914-5049-8C79-77353D8F8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275" y="3683879"/>
            <a:ext cx="1079885" cy="136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: </a:t>
            </a:r>
            <a:r>
              <a:rPr lang="en-IN" sz="2000" dirty="0"/>
              <a:t>AI Job Mentor for Informal Workers</a:t>
            </a:r>
            <a:endParaRPr lang="en-US" sz="2000" dirty="0"/>
          </a:p>
          <a:p>
            <a:pPr fontAlgn="base"/>
            <a:endParaRPr lang="en-US" sz="2000" b="1" dirty="0"/>
          </a:p>
          <a:p>
            <a:pPr fontAlgn="base"/>
            <a:r>
              <a:rPr lang="en-US" sz="2000" b="1" dirty="0"/>
              <a:t>The Challenge:</a:t>
            </a:r>
            <a:endParaRPr lang="en-US" sz="2000" dirty="0"/>
          </a:p>
          <a:p>
            <a:pPr fontAlgn="base"/>
            <a:r>
              <a:rPr lang="en-IN" sz="2000" dirty="0"/>
              <a:t>Millions of informal workers such as </a:t>
            </a:r>
            <a:r>
              <a:rPr lang="en-IN" sz="2000" b="1" dirty="0"/>
              <a:t>daily wage labourers, artisans, gig workers, and self-employed individuals</a:t>
            </a:r>
            <a:r>
              <a:rPr lang="en-IN" sz="2000" dirty="0"/>
              <a:t> struggle to find suitable job opportunities, skill-development programs, and financial resources. Many are unaware of </a:t>
            </a:r>
            <a:r>
              <a:rPr lang="en-IN" sz="2000" b="1" dirty="0"/>
              <a:t>nearby jobs, government schemes, and training opportunities</a:t>
            </a:r>
            <a:r>
              <a:rPr lang="en-IN" sz="2000" dirty="0"/>
              <a:t>. Limited digital access and lack of personalized guidance further widen the opportunity gap.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894086-28E1-40EB-BC0D-994EE993DD61}"/>
              </a:ext>
            </a:extLst>
          </p:cNvPr>
          <p:cNvSpPr txBox="1"/>
          <p:nvPr/>
        </p:nvSpPr>
        <p:spPr>
          <a:xfrm>
            <a:off x="576072" y="31800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9195A-592E-5794-28A4-26C959845929}"/>
              </a:ext>
            </a:extLst>
          </p:cNvPr>
          <p:cNvSpPr txBox="1"/>
          <p:nvPr/>
        </p:nvSpPr>
        <p:spPr>
          <a:xfrm>
            <a:off x="576072" y="841228"/>
            <a:ext cx="1060704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The Objective:</a:t>
            </a:r>
          </a:p>
          <a:p>
            <a:r>
              <a:rPr lang="en-IN" sz="2000" dirty="0"/>
              <a:t>Build an </a:t>
            </a:r>
            <a:r>
              <a:rPr lang="en-IN" sz="2000" b="1" dirty="0"/>
              <a:t>AI-powered Job Mentor</a:t>
            </a:r>
            <a:r>
              <a:rPr lang="en-IN" sz="2000" dirty="0"/>
              <a:t> that provides personalized career guidance and opportunity recommendations for informal workers. The solution should: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Personalized Job Recommendations</a:t>
            </a:r>
            <a:r>
              <a:rPr lang="en-IN" sz="2000" dirty="0"/>
              <a:t> – Suggest suitable jobs based on skills, experience, location, and preferences.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Job Matching &amp; Match Score</a:t>
            </a:r>
            <a:r>
              <a:rPr lang="en-IN" sz="2000" dirty="0"/>
              <a:t> – Match workers with relevant opportunities and explain why they are suitable.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Skill-Gap Analysis</a:t>
            </a:r>
            <a:r>
              <a:rPr lang="en-IN" sz="2000" dirty="0"/>
              <a:t> – Identify missing skills required for target jobs and suggest ways to improve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Training Recommendations</a:t>
            </a:r>
            <a:r>
              <a:rPr lang="en-IN" sz="2000" dirty="0"/>
              <a:t> – Recommend relevant skill-development and training opportunities.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Government Scheme Guidance</a:t>
            </a:r>
            <a:r>
              <a:rPr lang="en-IN" sz="2000" dirty="0"/>
              <a:t> – Help workers discover suitable government schemes and benefits.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AI Mentor Chat</a:t>
            </a:r>
            <a:r>
              <a:rPr lang="en-IN" sz="2000" dirty="0"/>
              <a:t> – Provide conversational, personalized guidance for jobs, skills, training, and schemes.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Multi-Agent Intelligence</a:t>
            </a:r>
            <a:r>
              <a:rPr lang="en-IN" sz="2000" dirty="0"/>
              <a:t> – Use specialized AI agents for job matching, skill analysis, training, and scheme guidance.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Accessible Interface</a:t>
            </a:r>
            <a:r>
              <a:rPr lang="en-IN" sz="2000" dirty="0"/>
              <a:t> – Provide simple, user-friendly interaction suitable for workers with limited digital literacy.</a:t>
            </a:r>
          </a:p>
        </p:txBody>
      </p:sp>
    </p:spTree>
    <p:extLst>
      <p:ext uri="{BB962C8B-B14F-4D97-AF65-F5344CB8AC3E}">
        <p14:creationId xmlns:p14="http://schemas.microsoft.com/office/powerpoint/2010/main" val="261751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008000"/>
            <a:r>
              <a:rPr lang="en-IN" sz="2000" b="1" dirty="0"/>
              <a:t>Proposed Solution: AI-Powered Job Mentor</a:t>
            </a:r>
            <a:endParaRPr lang="en-IN" sz="2000" dirty="0"/>
          </a:p>
          <a:p>
            <a:pPr defTabSz="1008000"/>
            <a:r>
              <a:rPr lang="en-IN" sz="2000" dirty="0"/>
              <a:t>The proposed solution is a </a:t>
            </a:r>
            <a:r>
              <a:rPr lang="en-IN" sz="2000" b="1" dirty="0"/>
              <a:t>multi-agent AI Job Mentor</a:t>
            </a:r>
            <a:r>
              <a:rPr lang="en-IN" sz="2000" dirty="0"/>
              <a:t> built using </a:t>
            </a:r>
            <a:r>
              <a:rPr lang="en-IN" sz="2000" b="1" dirty="0"/>
              <a:t>IBM Bob, IBM watsonx.ai, and Granite Models</a:t>
            </a:r>
            <a:r>
              <a:rPr lang="en-IN" sz="2000" dirty="0"/>
              <a:t> to provide personalized career guidance for informal workers.</a:t>
            </a:r>
          </a:p>
          <a:p>
            <a:pPr defTabSz="1008000"/>
            <a:r>
              <a:rPr lang="en-IN" sz="2000" dirty="0"/>
              <a:t>The system uses AI to recommend suitable jobs based on </a:t>
            </a:r>
            <a:r>
              <a:rPr lang="en-IN" sz="2000" b="1" dirty="0"/>
              <a:t>skills, experience, location, and preferences</a:t>
            </a:r>
            <a:r>
              <a:rPr lang="en-IN" sz="2000" dirty="0"/>
              <a:t>, while Granite provides intelligent reasoning and conversational guidance.</a:t>
            </a:r>
          </a:p>
          <a:p>
            <a:pPr defTabSz="1008000"/>
            <a:r>
              <a:rPr lang="en-IN" sz="2000" dirty="0"/>
              <a:t>The system consists of four key agents:</a:t>
            </a:r>
          </a:p>
          <a:p>
            <a:pPr marL="342900" lvl="0" indent="-342900" defTabSz="1008000">
              <a:buFont typeface="Arial" panose="020B0604020202020204" pitchFamily="34" charset="0"/>
              <a:buChar char="•"/>
            </a:pPr>
            <a:r>
              <a:rPr lang="en-IN" sz="2000" b="1" dirty="0"/>
              <a:t>Job Recommendation Agent</a:t>
            </a:r>
            <a:r>
              <a:rPr lang="en-IN" sz="2000" dirty="0"/>
              <a:t> – Suggests suitable job opportunities. </a:t>
            </a:r>
          </a:p>
          <a:p>
            <a:pPr marL="342900" lvl="0" indent="-342900" defTabSz="1008000">
              <a:buFont typeface="Arial" panose="020B0604020202020204" pitchFamily="34" charset="0"/>
              <a:buChar char="•"/>
            </a:pPr>
            <a:r>
              <a:rPr lang="en-IN" sz="2000" b="1" dirty="0"/>
              <a:t>Skill Gap Agent</a:t>
            </a:r>
            <a:r>
              <a:rPr lang="en-IN" sz="2000" dirty="0"/>
              <a:t> – Identifies missing skills and improvement areas. </a:t>
            </a:r>
          </a:p>
          <a:p>
            <a:pPr marL="342900" lvl="0" indent="-342900" defTabSz="1008000">
              <a:buFont typeface="Arial" panose="020B0604020202020204" pitchFamily="34" charset="0"/>
              <a:buChar char="•"/>
            </a:pPr>
            <a:r>
              <a:rPr lang="en-IN" sz="2000" b="1" dirty="0"/>
              <a:t>Training Agent</a:t>
            </a:r>
            <a:r>
              <a:rPr lang="en-IN" sz="2000" dirty="0"/>
              <a:t> – Recommends relevant training programs. </a:t>
            </a:r>
          </a:p>
          <a:p>
            <a:pPr marL="342900" lvl="0" indent="-342900" defTabSz="1008000">
              <a:buFont typeface="Arial" panose="020B0604020202020204" pitchFamily="34" charset="0"/>
              <a:buChar char="•"/>
            </a:pPr>
            <a:r>
              <a:rPr lang="en-IN" sz="2000" b="1" dirty="0"/>
              <a:t>Government Scheme Agent</a:t>
            </a:r>
            <a:r>
              <a:rPr lang="en-IN" sz="2000" dirty="0"/>
              <a:t> – Guides workers towards suitable schemes and benefits. </a:t>
            </a:r>
          </a:p>
          <a:p>
            <a:pPr defTabSz="1008000"/>
            <a:r>
              <a:rPr lang="en-IN" sz="2000" dirty="0"/>
              <a:t>A </a:t>
            </a:r>
            <a:r>
              <a:rPr lang="en-IN" sz="2000" b="1" dirty="0"/>
              <a:t>user-friendly </a:t>
            </a:r>
            <a:r>
              <a:rPr lang="en-IN" sz="2000" b="1" dirty="0" err="1"/>
              <a:t>Streamlit</a:t>
            </a:r>
            <a:r>
              <a:rPr lang="en-IN" sz="2000" b="1" dirty="0"/>
              <a:t> dashboard</a:t>
            </a:r>
            <a:r>
              <a:rPr lang="en-IN" sz="2000" dirty="0"/>
              <a:t> provides access to worker profiles, job matches, skill analysis, training, schemes, and the </a:t>
            </a:r>
            <a:r>
              <a:rPr lang="en-IN" sz="2000" b="1" dirty="0"/>
              <a:t>AI Mentor Chat</a:t>
            </a:r>
            <a:r>
              <a:rPr lang="en-IN" sz="2000" dirty="0"/>
              <a:t>.</a:t>
            </a:r>
          </a:p>
          <a:p>
            <a:pPr defTabSz="1008000"/>
            <a:r>
              <a:rPr lang="en-IN" sz="2000" b="1" dirty="0"/>
              <a:t>IBM Bob</a:t>
            </a:r>
            <a:r>
              <a:rPr lang="en-IN" sz="2000" dirty="0"/>
              <a:t> orchestrates the agents, while </a:t>
            </a:r>
            <a:r>
              <a:rPr lang="en-IN" sz="2000" b="1" dirty="0"/>
              <a:t>watsonx.ai and Granite</a:t>
            </a:r>
            <a:r>
              <a:rPr lang="en-IN" sz="2000" dirty="0"/>
              <a:t> power the AI capabilities.</a:t>
            </a:r>
          </a:p>
          <a:p>
            <a:pPr defTabSz="1008000"/>
            <a:r>
              <a:rPr lang="en-IN" sz="2000" dirty="0"/>
              <a:t>Overall, the solution connects informal workers with </a:t>
            </a:r>
            <a:r>
              <a:rPr lang="en-IN" sz="2000" b="1" dirty="0"/>
              <a:t>jobs, skills, training, and government opportunities</a:t>
            </a:r>
            <a:r>
              <a:rPr lang="en-IN" sz="2000" dirty="0"/>
              <a:t> through an accessible AI mentor.</a:t>
            </a:r>
          </a:p>
          <a:p>
            <a:pPr defTabSz="1008000" fontAlgn="base"/>
            <a:endParaRPr 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65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IBM Bob</a:t>
            </a:r>
            <a:r>
              <a:rPr lang="en-IN" sz="2000" dirty="0"/>
              <a:t> – For building and orchestrating multi-agent workflows.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IBM Granite</a:t>
            </a:r>
            <a:r>
              <a:rPr lang="en-IN" sz="2000" dirty="0"/>
              <a:t> – For AI reasoning, natural language understanding, and personalized guidance.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IBM Cloud</a:t>
            </a:r>
            <a:r>
              <a:rPr lang="en-IN" sz="2000" dirty="0"/>
              <a:t> – For secure and scalable deployment of the AI solution.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IBM watsonx.ai</a:t>
            </a:r>
            <a:r>
              <a:rPr lang="en-IN" sz="2000" dirty="0"/>
              <a:t> – For Granite model access and AI capabilities.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RAG</a:t>
            </a:r>
            <a:r>
              <a:rPr lang="en-IN" sz="2000" dirty="0"/>
              <a:t> – For retrieving relevant information and generating reliable responses.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 err="1"/>
              <a:t>Streamlit</a:t>
            </a:r>
            <a:r>
              <a:rPr lang="en-IN" sz="2000" dirty="0"/>
              <a:t> – For building the user-friendly AI Job Mentor dashboard.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8"/>
            <a:ext cx="6736970" cy="601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Required Files created using IBM bob -</a:t>
            </a:r>
            <a:endParaRPr sz="28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7B0745-ABEA-0AEA-0231-7402AD23705B}"/>
              </a:ext>
            </a:extLst>
          </p:cNvPr>
          <p:cNvSpPr txBox="1"/>
          <p:nvPr/>
        </p:nvSpPr>
        <p:spPr>
          <a:xfrm>
            <a:off x="537590" y="1016000"/>
            <a:ext cx="350609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app.py</a:t>
            </a:r>
            <a:r>
              <a:rPr lang="en-IN" sz="2000" dirty="0"/>
              <a:t> – Main </a:t>
            </a:r>
            <a:r>
              <a:rPr lang="en-IN" sz="2000" dirty="0" err="1"/>
              <a:t>Streamlit</a:t>
            </a:r>
            <a:r>
              <a:rPr lang="en-IN" sz="2000" dirty="0"/>
              <a:t> application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rag_engine.py</a:t>
            </a:r>
            <a:r>
              <a:rPr lang="en-IN" sz="2000" dirty="0"/>
              <a:t> – RAG-based information retrieval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watsonx_client.py</a:t>
            </a:r>
            <a:r>
              <a:rPr lang="en-IN" sz="2000" dirty="0"/>
              <a:t> – IBM watsonx.ai / Granite integration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requirements.txt</a:t>
            </a:r>
            <a:r>
              <a:rPr lang="en-IN" sz="2000" dirty="0"/>
              <a:t> – Project dependencies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README.md</a:t>
            </a:r>
            <a:r>
              <a:rPr lang="en-IN" sz="2000" dirty="0"/>
              <a:t> – Project setup and usage instructions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b="1" dirty="0"/>
              <a:t>.</a:t>
            </a:r>
            <a:r>
              <a:rPr lang="en-IN" sz="2000" b="1" dirty="0" err="1"/>
              <a:t>env.example</a:t>
            </a:r>
            <a:r>
              <a:rPr lang="en-IN" sz="2000" dirty="0"/>
              <a:t> – IBM Cloud configuration template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F3A7B-DA54-7872-E16B-69B0160BD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13"/>
          <a:stretch>
            <a:fillRect/>
          </a:stretch>
        </p:blipFill>
        <p:spPr>
          <a:xfrm>
            <a:off x="4043680" y="1365700"/>
            <a:ext cx="8026400" cy="43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51D3A"/>
                </a:solidFill>
                <a:latin typeface="Arial" panose="020B0604020202020204" pitchFamily="34" charset="0"/>
                <a:ea typeface="Times New Roman"/>
                <a:cs typeface="Arial" panose="020B0604020202020204" pitchFamily="34" charset="0"/>
                <a:sym typeface="Times New Roman"/>
              </a:rPr>
              <a:t> IBM Bob Screenshots: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BEACE-5AC7-AC2D-F837-FDD5068627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83"/>
          <a:stretch>
            <a:fillRect/>
          </a:stretch>
        </p:blipFill>
        <p:spPr>
          <a:xfrm>
            <a:off x="787400" y="771747"/>
            <a:ext cx="10617200" cy="572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DF6F5-D331-98F4-D38B-45EF52295D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07"/>
          <a:stretch>
            <a:fillRect/>
          </a:stretch>
        </p:blipFill>
        <p:spPr>
          <a:xfrm>
            <a:off x="411480" y="330835"/>
            <a:ext cx="11369040" cy="610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16081C-6AB1-3FB3-AFD5-DEEB8AB0C9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47"/>
          <a:stretch>
            <a:fillRect/>
          </a:stretch>
        </p:blipFill>
        <p:spPr>
          <a:xfrm>
            <a:off x="320040" y="337502"/>
            <a:ext cx="11551920" cy="618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13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D59117-917B-711C-F659-3F2C9F818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29"/>
          <a:stretch>
            <a:fillRect/>
          </a:stretch>
        </p:blipFill>
        <p:spPr>
          <a:xfrm>
            <a:off x="396240" y="390525"/>
            <a:ext cx="1139952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0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8"/>
            <a:ext cx="6320410" cy="57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Architecture blueprint for IBM bob: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25FA8B-FD3F-175A-0E70-055E99A88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08" y="894079"/>
            <a:ext cx="12198008" cy="506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Agentic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868239"/>
            <a:ext cx="74066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Role of Agentic AI in AI Job Mentor</a:t>
            </a:r>
            <a:endParaRPr lang="en-IN" sz="1800" dirty="0"/>
          </a:p>
          <a:p>
            <a:r>
              <a:rPr lang="en-IN" sz="1800" dirty="0"/>
              <a:t>Agentic AI enables the AI Job Mentor to act as an intelligent career guidance system rather than a simple chatbot. Using </a:t>
            </a:r>
            <a:r>
              <a:rPr lang="en-IN" sz="1800" b="1" dirty="0"/>
              <a:t>IBM watsonx.ai and IBM Granite</a:t>
            </a:r>
            <a:r>
              <a:rPr lang="en-IN" sz="1800" dirty="0"/>
              <a:t>, it coordinates specialized tasks to provide personalized support for informal workers.</a:t>
            </a:r>
          </a:p>
          <a:p>
            <a:pPr lvl="0"/>
            <a:r>
              <a:rPr lang="en-IN" sz="1800" b="1" dirty="0"/>
              <a:t>Job Recommendation Agent</a:t>
            </a:r>
            <a:r>
              <a:rPr lang="en-IN" sz="1800" dirty="0"/>
              <a:t> – Matches workers with suitable job opportunities based on their skills and experience. </a:t>
            </a:r>
          </a:p>
          <a:p>
            <a:pPr lvl="0"/>
            <a:r>
              <a:rPr lang="en-IN" sz="1800" b="1" dirty="0"/>
              <a:t>Skill Gap Agent</a:t>
            </a:r>
            <a:r>
              <a:rPr lang="en-IN" sz="1800" dirty="0"/>
              <a:t> – Identifies missing skills and suggests areas for improvement. </a:t>
            </a:r>
          </a:p>
          <a:p>
            <a:pPr lvl="0"/>
            <a:r>
              <a:rPr lang="en-IN" sz="1800" b="1" dirty="0"/>
              <a:t>Training Agent</a:t>
            </a:r>
            <a:r>
              <a:rPr lang="en-IN" sz="1800" dirty="0"/>
              <a:t> – Recommends relevant skill-development and training opportunities. </a:t>
            </a:r>
          </a:p>
          <a:p>
            <a:pPr lvl="0"/>
            <a:r>
              <a:rPr lang="en-IN" sz="1800" b="1" dirty="0"/>
              <a:t>Government Scheme Agent</a:t>
            </a:r>
            <a:r>
              <a:rPr lang="en-IN" sz="1800" dirty="0"/>
              <a:t> – Helps workers discover suitable government schemes and benefits. </a:t>
            </a:r>
          </a:p>
          <a:p>
            <a:pPr lvl="0"/>
            <a:r>
              <a:rPr lang="en-IN" sz="1800" b="1" dirty="0"/>
              <a:t>AI Mentor Agent</a:t>
            </a:r>
            <a:r>
              <a:rPr lang="en-IN" sz="1800" dirty="0"/>
              <a:t> – Provides conversational, personalized career guidance. </a:t>
            </a:r>
          </a:p>
          <a:p>
            <a:r>
              <a:rPr lang="en-IN" sz="1800" dirty="0"/>
              <a:t>The agents work together with </a:t>
            </a:r>
            <a:r>
              <a:rPr lang="en-IN" sz="1800" b="1" dirty="0"/>
              <a:t>context awareness</a:t>
            </a:r>
            <a:r>
              <a:rPr lang="en-IN" sz="1800" dirty="0"/>
              <a:t>, using the worker's profile, skills, location and goals to provide relevant recommendations.</a:t>
            </a:r>
          </a:p>
          <a:p>
            <a:r>
              <a:rPr lang="en-IN" sz="1800" b="1" dirty="0"/>
              <a:t>Overall, Agentic AI makes the platform personalized, goal-driven and accessible, helping informal workers make better career decisions.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Token Usage 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3,847 tokens </a:t>
            </a:r>
            <a:r>
              <a:rPr lang="en-US" sz="2000" dirty="0"/>
              <a:t>token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2060959" y="1681065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8170164" y="1681065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After Prompt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83377-4908-FB63-3FB5-BDA02C52DC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74" b="4981"/>
          <a:stretch>
            <a:fillRect/>
          </a:stretch>
        </p:blipFill>
        <p:spPr>
          <a:xfrm>
            <a:off x="307874" y="2451181"/>
            <a:ext cx="5619275" cy="2684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8B2FA6-5140-A1DC-ABE0-01E2E8A5B8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222" b="4980"/>
          <a:stretch>
            <a:fillRect/>
          </a:stretch>
        </p:blipFill>
        <p:spPr>
          <a:xfrm>
            <a:off x="6249425" y="2451181"/>
            <a:ext cx="5634701" cy="268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6BD1D-4504-A7D4-9DDD-12CC4D93D8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629" b="5185"/>
          <a:stretch>
            <a:fillRect/>
          </a:stretch>
        </p:blipFill>
        <p:spPr>
          <a:xfrm>
            <a:off x="685800" y="662812"/>
            <a:ext cx="10820400" cy="587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D24C1-EF8C-22A5-E16E-3FF693D368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85"/>
          <a:stretch>
            <a:fillRect/>
          </a:stretch>
        </p:blipFill>
        <p:spPr>
          <a:xfrm>
            <a:off x="667512" y="722172"/>
            <a:ext cx="10856976" cy="579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6CE90-0D3F-F66B-64D4-836DA999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89"/>
          <a:stretch>
            <a:fillRect/>
          </a:stretch>
        </p:blipFill>
        <p:spPr>
          <a:xfrm>
            <a:off x="667512" y="673598"/>
            <a:ext cx="10856976" cy="580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6557A21-FE16-2632-A1DA-6F85F6702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23D02829-0017-ED2E-A947-ADAE8B4832B6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24B4A7E1-8562-FFAA-29EA-DE1FED080742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EFCFB8A-F7E5-54CC-C13A-9D826FBFDF2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ACEC2107-409C-59F7-7DBF-BE30E3E2D4B8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511F2E-46CD-2719-FE76-3734396E40C4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714E15-F266-44C5-B35F-C4B17A79F2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89"/>
          <a:stretch>
            <a:fillRect/>
          </a:stretch>
        </p:blipFill>
        <p:spPr>
          <a:xfrm>
            <a:off x="762000" y="693420"/>
            <a:ext cx="10668000" cy="57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068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91314A8-69E4-B509-1CA9-AE4211C72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63AF012-9E5E-96C6-C350-6336684AFF37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22C41071-FDEA-3AA3-9C6C-3A1557E1FD9F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0EACBB2E-3265-8F88-70A4-472C70702587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9B07BA47-48E8-1712-8909-43E5E6DD9F2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A6BD16-C040-871A-E4C9-F2509A7118A7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54BDA-4B9A-1179-273D-60361E22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37"/>
          <a:stretch>
            <a:fillRect/>
          </a:stretch>
        </p:blipFill>
        <p:spPr>
          <a:xfrm>
            <a:off x="736600" y="816977"/>
            <a:ext cx="10718800" cy="572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133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B5CBC941-ED2E-CFB6-4106-BD272FE8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49465B3E-4C5E-9BB2-8D4D-535B6BA635A4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075AFD65-01B8-6359-5271-C361F274DF8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597DDB5C-5608-89B9-EF66-C83B84D14CB5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DFC26E0E-9CC6-7D80-5F23-DAA96C04110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E2ECB-276A-BAE5-C99D-B3B752FAB3DC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5DDBB-A325-83BC-3455-4878D16026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89"/>
          <a:stretch>
            <a:fillRect/>
          </a:stretch>
        </p:blipFill>
        <p:spPr>
          <a:xfrm>
            <a:off x="762000" y="793913"/>
            <a:ext cx="10668000" cy="570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61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F1796CC-C465-4E39-7DDE-EBE289EA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B15E4743-CFF9-CD62-56FA-DF89E4C4CAB4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97953A61-A40D-15C6-B3A4-0A293F394C54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7A65D24-8978-CD7A-AB09-A26D98D280FE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E4C93D5-600F-6616-91C0-436B726F3D5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71B85F-EC21-A71C-3AAE-5D7F5358CF9E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F9057-C087-0501-D04B-33F5785B64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185"/>
          <a:stretch>
            <a:fillRect/>
          </a:stretch>
        </p:blipFill>
        <p:spPr>
          <a:xfrm>
            <a:off x="807720" y="816977"/>
            <a:ext cx="10576560" cy="564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567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3687DF-8B7B-6623-078B-16578DF3A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592E1901-FDF7-8B95-879D-7B78A66C623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8B2A3FB-9631-DDD5-9863-9AA39B85226B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AF4D0074-1B5B-DF77-7C41-AB1F35F6DF4F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659F012-D2BC-9890-87E8-7B0F0639B48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BF25C8-9F6A-DF4D-F16F-4B373329CC70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8472E3-3D46-22FE-A799-C4F02C3F11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37"/>
          <a:stretch>
            <a:fillRect/>
          </a:stretch>
        </p:blipFill>
        <p:spPr>
          <a:xfrm>
            <a:off x="756920" y="783753"/>
            <a:ext cx="10678160" cy="570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61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27127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794492"/>
            <a:ext cx="1130198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proposed </a:t>
            </a:r>
            <a:r>
              <a:rPr lang="en-IN" sz="2000" b="1" dirty="0"/>
              <a:t>AI Job Mentor</a:t>
            </a:r>
            <a:r>
              <a:rPr lang="en-IN" sz="2000" dirty="0"/>
              <a:t> stands out by combining </a:t>
            </a:r>
            <a:r>
              <a:rPr lang="en-IN" sz="2000" b="1" dirty="0"/>
              <a:t>Agentic AI, RAG, and personalization</a:t>
            </a:r>
            <a:r>
              <a:rPr lang="en-IN" sz="2000" dirty="0"/>
              <a:t> into a single intelligent career-guidance system.</a:t>
            </a:r>
          </a:p>
          <a:p>
            <a:r>
              <a:rPr lang="en-IN" sz="2000" b="1" dirty="0"/>
              <a:t>Multi-Agent Intelligence</a:t>
            </a:r>
            <a:r>
              <a:rPr lang="en-IN" sz="2000" dirty="0"/>
              <a:t> – Specialized agents collaborate to provide job, skill, training, and government-scheme guidance.</a:t>
            </a:r>
          </a:p>
          <a:p>
            <a:r>
              <a:rPr lang="en-IN" sz="2000" b="1" dirty="0"/>
              <a:t>Personalized Job Matching</a:t>
            </a:r>
            <a:r>
              <a:rPr lang="en-IN" sz="2000" dirty="0"/>
              <a:t> – Recommends suitable jobs based on the worker’s skills, experience, location, and career goals.</a:t>
            </a:r>
          </a:p>
          <a:p>
            <a:r>
              <a:rPr lang="en-IN" sz="2000" b="1" dirty="0"/>
              <a:t>Skill-Gap Intelligence</a:t>
            </a:r>
            <a:r>
              <a:rPr lang="en-IN" sz="2000" dirty="0"/>
              <a:t> – Identifies missing skills and shows what the worker needs to develop for target jobs.</a:t>
            </a:r>
          </a:p>
          <a:p>
            <a:r>
              <a:rPr lang="en-IN" sz="2000" b="1" dirty="0"/>
              <a:t>RAG-Based Guidance</a:t>
            </a:r>
            <a:r>
              <a:rPr lang="en-IN" sz="2000" dirty="0"/>
              <a:t> – Retrieves relevant information to provide more reliable and context-aware recommendations.</a:t>
            </a:r>
          </a:p>
          <a:p>
            <a:r>
              <a:rPr lang="en-IN" sz="2000" b="1" dirty="0"/>
              <a:t>Training &amp; Upskilling</a:t>
            </a:r>
            <a:r>
              <a:rPr lang="en-IN" sz="2000" dirty="0"/>
              <a:t> – Suggests relevant training opportunities based on identified skill gaps.</a:t>
            </a:r>
          </a:p>
          <a:p>
            <a:r>
              <a:rPr lang="en-IN" sz="2000" b="1" dirty="0"/>
              <a:t>Government Scheme Discovery</a:t>
            </a:r>
            <a:r>
              <a:rPr lang="en-IN" sz="2000" dirty="0"/>
              <a:t> – Helps workers identify relevant government schemes and employment benefits.</a:t>
            </a:r>
          </a:p>
          <a:p>
            <a:r>
              <a:rPr lang="en-IN" sz="2000" b="1" dirty="0"/>
              <a:t>Multilingual Accessibility</a:t>
            </a:r>
            <a:r>
              <a:rPr lang="en-IN" sz="2000" dirty="0"/>
              <a:t> – Supports </a:t>
            </a:r>
            <a:r>
              <a:rPr lang="en-IN" sz="2000" b="1" dirty="0"/>
              <a:t>English, Tamil, and Hindi</a:t>
            </a:r>
            <a:r>
              <a:rPr lang="en-IN" sz="2000" dirty="0"/>
              <a:t> to make AI guidance easier to access.</a:t>
            </a:r>
          </a:p>
          <a:p>
            <a:r>
              <a:rPr lang="en-IN" sz="2000" b="1" dirty="0"/>
              <a:t>Scalable AI Architecture</a:t>
            </a:r>
            <a:r>
              <a:rPr lang="en-IN" sz="2000" dirty="0"/>
              <a:t> – Built using </a:t>
            </a:r>
            <a:r>
              <a:rPr lang="en-IN" sz="2000" b="1" dirty="0"/>
              <a:t>IBM Bob, IBM watsonx.ai, and IBM Granite</a:t>
            </a:r>
            <a:r>
              <a:rPr lang="en-IN" sz="2000" dirty="0"/>
              <a:t> for intelligent and adaptable career assistance.</a:t>
            </a:r>
            <a:endParaRPr lang="en-IN" sz="2000" b="1" dirty="0"/>
          </a:p>
          <a:p>
            <a:r>
              <a:rPr lang="en-IN" sz="2000" dirty="0"/>
              <a:t>This makes the solution a </a:t>
            </a:r>
            <a:r>
              <a:rPr lang="en-IN" sz="2000" b="1" dirty="0"/>
              <a:t>smart, personalized, and accessible AI career mentor</a:t>
            </a:r>
            <a:r>
              <a:rPr lang="en-IN" sz="2000" dirty="0"/>
              <a:t>, rather than a simple job-search platform.</a:t>
            </a: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B3541"/>
              </a:buClr>
              <a:buSzPts val="1850"/>
            </a:pPr>
            <a:r>
              <a:rPr lang="en-IN" sz="2000" b="1" dirty="0">
                <a:latin typeface="+mn-lt"/>
              </a:rPr>
              <a:t>GitHub Repository:</a:t>
            </a:r>
            <a:endParaRPr lang="en-IN" sz="2000" b="1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dirty="0">
                <a:latin typeface="+mn-lt"/>
                <a:ea typeface="Times New Roman"/>
                <a:cs typeface="Times New Roman"/>
                <a:sym typeface="Times New Roman"/>
                <a:hlinkClick r:id="rId3"/>
              </a:rPr>
              <a:t>https://github.com/Harini-Sri-19/AI_Job_Mentor_IBM</a:t>
            </a:r>
            <a:endParaRPr lang="en-IN" sz="20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endParaRPr lang="en-IN" sz="2000" b="1" dirty="0">
              <a:latin typeface="+mn-lt"/>
            </a:endParaRPr>
          </a:p>
          <a:p>
            <a:r>
              <a:rPr lang="en-IN" sz="2000" b="1" dirty="0">
                <a:latin typeface="+mn-lt"/>
              </a:rPr>
              <a:t>Repository includes:</a:t>
            </a:r>
            <a:endParaRPr lang="en-IN" sz="2000" dirty="0"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Source code &amp; </a:t>
            </a:r>
            <a:r>
              <a:rPr lang="en-IN" sz="2000" dirty="0" err="1">
                <a:latin typeface="+mn-lt"/>
              </a:rPr>
              <a:t>Streamlit</a:t>
            </a:r>
            <a:r>
              <a:rPr lang="en-IN" sz="2000" dirty="0">
                <a:latin typeface="+mn-lt"/>
              </a:rPr>
              <a:t> application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IBM Bob / Agent files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RAG &amp; IBM Granite integration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Requirements &amp; README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Problem Statement PDF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+mn-lt"/>
              </a:rPr>
              <a:t>Project Presentation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2000" b="0" i="0" u="none" strike="noStrike" cap="none" dirty="0">
              <a:solidFill>
                <a:srgbClr val="000000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9139A2-9756-88DB-9CBB-138559916A09}"/>
              </a:ext>
            </a:extLst>
          </p:cNvPr>
          <p:cNvSpPr txBox="1"/>
          <p:nvPr/>
        </p:nvSpPr>
        <p:spPr>
          <a:xfrm>
            <a:off x="1218724" y="1300480"/>
            <a:ext cx="103433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Voice-Based AI Mentor &amp; Multilingual Expansion –</a:t>
            </a:r>
            <a:br>
              <a:rPr lang="en-IN" sz="2000" dirty="0"/>
            </a:br>
            <a:r>
              <a:rPr lang="en-IN" sz="2000" dirty="0"/>
              <a:t>The system can be enhanced with </a:t>
            </a:r>
            <a:r>
              <a:rPr lang="en-IN" sz="2000" b="1" dirty="0"/>
              <a:t>voice interaction and additional regional languages</a:t>
            </a:r>
            <a:r>
              <a:rPr lang="en-IN" sz="2000" dirty="0"/>
              <a:t>, helping workers with limited digital literacy access job guidance more naturally.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Real-Time Job &amp; Training Integration –</a:t>
            </a:r>
            <a:br>
              <a:rPr lang="en-IN" sz="2000" dirty="0"/>
            </a:br>
            <a:r>
              <a:rPr lang="en-IN" sz="2000" dirty="0"/>
              <a:t>Integration with </a:t>
            </a:r>
            <a:r>
              <a:rPr lang="en-IN" sz="2000" b="1" dirty="0"/>
              <a:t>live job portals, training platforms, and local employment databases</a:t>
            </a:r>
            <a:r>
              <a:rPr lang="en-IN" sz="2000" dirty="0"/>
              <a:t> can provide updated opportunities based on the worker’s skills, location, and preferences.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Government Scheme &amp; Benefits Integration –</a:t>
            </a:r>
            <a:br>
              <a:rPr lang="en-IN" sz="2000" dirty="0"/>
            </a:br>
            <a:r>
              <a:rPr lang="en-IN" sz="2000" dirty="0"/>
              <a:t>The platform can be expanded to provide </a:t>
            </a:r>
            <a:r>
              <a:rPr lang="en-IN" sz="2000" b="1" dirty="0"/>
              <a:t>real-time scheme updates, eligibility checking, and application guidance</a:t>
            </a:r>
            <a:r>
              <a:rPr lang="en-IN" sz="2000" dirty="0"/>
              <a:t> for relevant government programs.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b="1" dirty="0"/>
              <a:t>Advanced Skill &amp; Career Planning –</a:t>
            </a:r>
            <a:br>
              <a:rPr lang="en-IN" sz="2000" dirty="0"/>
            </a:br>
            <a:r>
              <a:rPr lang="en-IN" sz="2000" dirty="0"/>
              <a:t>Future versions can provide </a:t>
            </a:r>
            <a:r>
              <a:rPr lang="en-IN" sz="2000" b="1" dirty="0"/>
              <a:t>long-term career pathways, skill progression tracking, and personalized upskilling plans</a:t>
            </a:r>
            <a:r>
              <a:rPr lang="en-IN" sz="2000" dirty="0"/>
              <a:t> based on changing job-market requirements.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68589" y="428451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597AE4-20D3-4060-D24B-241DC5678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359" y="951671"/>
            <a:ext cx="7371281" cy="55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8B8F5-1B5A-F911-B8C4-2105E82C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72C531-FDC6-BB9C-DF46-C3D193FF4A7D}"/>
              </a:ext>
            </a:extLst>
          </p:cNvPr>
          <p:cNvSpPr txBox="1"/>
          <p:nvPr/>
        </p:nvSpPr>
        <p:spPr>
          <a:xfrm>
            <a:off x="368589" y="428451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D82F8A-0330-CE27-72CB-CB5C33C2B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680" y="951671"/>
            <a:ext cx="7578639" cy="564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49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10F1-669A-9599-92A7-78D1F08A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82929E-E790-B65D-2A8A-54D9B04D6396}"/>
              </a:ext>
            </a:extLst>
          </p:cNvPr>
          <p:cNvSpPr txBox="1"/>
          <p:nvPr/>
        </p:nvSpPr>
        <p:spPr>
          <a:xfrm>
            <a:off x="368589" y="428451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6E92C1-D2ED-ACD4-E6DC-36E3477EF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8147"/>
            <a:ext cx="12192000" cy="334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992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A7038-A9D3-5E87-0932-AD309993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5E9F6A-12DB-AFD8-6138-E682C0FD6100}"/>
              </a:ext>
            </a:extLst>
          </p:cNvPr>
          <p:cNvSpPr txBox="1"/>
          <p:nvPr/>
        </p:nvSpPr>
        <p:spPr>
          <a:xfrm>
            <a:off x="368589" y="428451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58BC0D-BF57-FCD7-BC7C-A3C03FD35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1211"/>
            <a:ext cx="12192000" cy="33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546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C242C-5F28-46E5-E43E-5B7ADAAB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19B2D13-B0F9-306A-0161-F4DCBDD5DAB7}"/>
              </a:ext>
            </a:extLst>
          </p:cNvPr>
          <p:cNvSpPr txBox="1"/>
          <p:nvPr/>
        </p:nvSpPr>
        <p:spPr>
          <a:xfrm>
            <a:off x="368589" y="428451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37CD7-1E0D-80FA-D58E-7E71300A8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0" y="951671"/>
            <a:ext cx="7376159" cy="553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8875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58D0C9-8FF3-0C52-1F69-D7A9AFFC4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0008"/>
            <a:ext cx="12192000" cy="337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1383</Words>
  <Application>Microsoft Office PowerPoint</Application>
  <PresentationFormat>Widescreen</PresentationFormat>
  <Paragraphs>165</Paragraphs>
  <Slides>32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Sri Harini</cp:lastModifiedBy>
  <cp:revision>4</cp:revision>
  <dcterms:created xsi:type="dcterms:W3CDTF">2025-07-08T05:06:56Z</dcterms:created>
  <dcterms:modified xsi:type="dcterms:W3CDTF">2026-09-10T12:55:25Z</dcterms:modified>
</cp:coreProperties>
</file>